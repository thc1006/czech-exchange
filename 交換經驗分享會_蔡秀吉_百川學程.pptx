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交換不只是出國玩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給任何交換生都適用的生存指南 | 蔡秀吉 @ 捷克交換經驗分享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504" y="502920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為什麼百川人更需要出國交換？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B82F6"/>
                </a:solidFill>
              </a:defRPr>
            </a:pPr>
            <a:r>
              <a:t>Understanding Your Unique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百川人的獨特處境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身為百川人，校級交換管道受限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需自行開闢外軌途徑（如教育部獎學金）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跨領域背景 = 國際競爭力的優勢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全球化視野對百川人的職涯發展至關重要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【核心挑戰】如何在有限資源下，找到屬於自己的路？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交換準備時間軸：提早規劃是王道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12-18個月前：決定目標、開始研究國家/學校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10-12個月前：準備英文考試（托福/雅思）、提升GPA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8-10個月前：撰寫研究計畫、爭取教授邀請函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6-8個月前：申請獎學金（學海計畫等）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4-6個月前：申請學校、準備申請文件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2-4個月前：申請簽證（德國需2個月！）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1-2個月前：訂機票、保險、住宿、網卡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【重要提醒】越早開始，選擇越多！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第一個決定：你為什麼要交換？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304" y="1371600"/>
            <a:ext cx="27432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類型一：玩樂優先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【玩樂導向】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選交通樞紐城市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有國際機場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低成本航空發達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例：布拉格、阿姆斯特丹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【平衡型】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學期中專注學習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假期密集旅遊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一週上4天課仍能遊17國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  （真實案例）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0975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類型二：學術優先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【進修導向】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選研究資源豐富的學校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看教授專長是否匹配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考慮未來就業地緣關係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例：波士頓（生技）、矽谷（科技）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【重要提醒】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不要只學一套快淘汰的技術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技術迭代快，重視思維與方法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了解交換原因才能最大化收穫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申請成功的三大支柱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【支柱一】英文能力（最重要！可提前準備）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多數學校要求：托福80+ / 雅思6.0+ / 在校英文80分+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建議達到B2等級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越早考越好，可以重考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【支柱二】在校成績 GPA（可量化指標）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沒有學術發表時，GPA是審核第一關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從大二就要開始重視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【支柱三】動機與研究計畫（展現熱忱）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展現高度動機與熱忱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計畫要有組織性、可行性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證明你知道如何運用該地資源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找同學/老師進行同儕審查（peer review）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獎學金地圖：不要錯過免費機會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【選項A】教育部學海計畫（大學交換）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學海飛揚/惜珠：交換讀書類，NT$ 5-30萬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學海逐夢：實習類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弱勢優秀生（清寒）有保障名額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【選項B】赴捷克短期進修獎學金（講者案例）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每月12,000捷克克朗（約NT$ 16,800）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取得邀請函 ≈ 保送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學校推薦名額有限（陽明交大最多5個）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注意：台灣錄取 ≠ 捷克最終核准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【選項C】其他管道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教育部留學獎學金（碩博士）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• 教育部就學貸款（碩士100萬、博士200萬，清寒免息）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如何選擇交換目的地？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【考量因素清單】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生活成本（東歐 &lt; 西歐 &lt; 北美）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交通便利性（旅遊需求）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學術資源（進修需求）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語言障礙程度（英語普及度）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行政效率（歐洲普遍較慢，需心理準備）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地緣關係（未來就業考量）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氣候與日照（11月後歐洲4點天黑，易憂鬱）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簽證難度（德國2個月 vs 日本3天）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【特殊領域提醒】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AI研究：歐盟法規嚴格（GDPR、AI法），工具受限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建議在歐盟做「只能在歐盟做的事」（如網路治理、AI法案研究）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行前準備：不可妥協的8件事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304" y="1371600"/>
            <a:ext cx="27432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必備項目（左）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【文件類】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簽證（提早2-3個月辦理）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護照效期（需超過6個月）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國際學生證 ISIC（歐洲很好用）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英文版成績單、在學證明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【財務類】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至少2張信用卡（備援）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了解ATM提款機制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換一些現金在身上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保險（醫療費用超貴！）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0975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實用工具（右）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【生活類】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網卡/SIM卡（必備！）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翻譯軟體（非英語系國家）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正裝西裝（歐洲考試/活動需要）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消費電子產品在台灣買（歐洲VAT 15-19%）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【行政類】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確認選課與住宿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查詢國定假日（避免落地遇假期）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了解「銀行週」時間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加入當地留學生社團（FB/Line）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財務智慧：省錢策略與陷阱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【省錢策略】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歐洲VAT高（15-19%），貴重3C在台灣買（相機、耳機、GoPro）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使用AI工具時掛VPN回台灣刷卡（避免歐盟VAT）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了解各國退稅門檻與流程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學會煮飯（外食比台北貴）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購買月票/季票（德國49歐月票超划算）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【常見陷阱】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一次付清代辦費（建議分期，信用卡付款可追回）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沒買保險（國外醫療費天價）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護照「Republic of China」問題（建議遮China或強調Taiwan）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被當中國人收保證金（辦電信時）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【申訴管道】台灣1950 / 國外找駐外機構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抵達後48小時：生存檢查清單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【第一天必做】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調時差（立刻調整作息）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確認住宿（檢查設施、記錄損壞）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購買網卡/申辦門號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買基本食物、日用品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【48小時內完成】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開立當地銀行帳戶（需護照、入學證明、住址證明）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辦理學生證（各種優惠的關鍵）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購買交通月票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確認教室位置（提前踩點！門牌難找）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日本特別注意：到區公所辦轉入手續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【重要提醒】歐洲行政效率慢，辦事可能需3個工作日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            建議在「銀行週」前抵達，一次辦完所有行政事務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軟實力：文化適應與溝通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B82F6"/>
                </a:solidFill>
              </a:defRPr>
            </a:pPr>
            <a:r>
              <a:t>Soft Skills for Success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文化衝擊：預期 vs 現實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304" y="1371600"/>
            <a:ext cx="27432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優勢面向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【正面文化差異】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學生支援完善（國際學生社團）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Orientation Week 很實用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心理諮商資源充足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特教資源多元（ADHD、資優）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法律/宗教/藝術治療諮商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【學術差異】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老師「放牛吃草」（需自立自強）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重視自主學習能力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脈絡思考要嚴謹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補考機會多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0975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挑戰面向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【可能遇到的挑戰】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行政效率超慢（3天處理一件事）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亞裔歧視（被查票機率高）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語言障礙（即使在英語國家）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季節性憂鬱（11月4點天黑）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宿舍條件差（跳蚤、設備壞）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校園、街上普遍抽菸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2000" b="1">
                <a:solidFill>
                  <a:srgbClr val="1E3A8A"/>
                </a:solidFill>
              </a:defRPr>
            </a:pPr>
            <a:r>
              <a:t>【應對策略】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不要將台灣預期套用異地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保持禮貌，讓對方產生虧欠感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提前修跨文化溝通課程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0F172A"/>
                </a:solidFill>
              </a:defRPr>
            </a:pPr>
            <a:r>
              <a:t>• 服用退黑激素調節（需懂生理學）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溝通技巧：Speak Up &amp; Work Smart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【Speak Up - 為自己發聲】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在會議中勇於表達意見（否則會錯失資源）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清楚表達：問題 + 解決方案 + 所需資源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記住：大家母語都不是英文，別怕開口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【破冰神器】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食物與音樂 = 人類接受度最高的事物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準備一些台灣小吃/音樂介紹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【Work Smart, Not Just Work Hard】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將精力花在「對未來有影響力」的事上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找到個人利基（personal niche）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例：不擅長光學但擅長養細胞 → 以此合作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【文化差異理解】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台灣 = 高語境文化（high context）+ 集體主義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歐美 = 低語境文化 + 個人主義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心態調整：從舒適圈到成長區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【設定明確目標】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給自己一個目標（如周遊某地區）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督促自己安排課業與旅行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避免浪費假期在宿舍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【Try New Things】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交換 = 新環境 + 新開始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嘗試以前不敢做的事（獨自旅行、看體育賽事）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解決困難的過程 → 建立自信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【找到研究/學習的熱情】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研究突破的喜悅 &gt; 玩樂的快樂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避免「玩物喪志」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研究90%無聊，但突破那10%很值得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【代表學校的責任】你代表台科大、代表台灣，把自己做好才能贏得尊重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時間管理：讀書與旅遊的平衡術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【核心原則】讀書第一，旅遊第二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可行的平衡模式：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一週上4天課，仍能旅遊17個國家（真實案例）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週末短途旅行（低成本航空發達）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學期中密集上課，假期密集旅遊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提前在台灣列好想去的地點清單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避免的陷阱：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完全不旅遊（浪費地理優勢）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過度旅遊（學業掛掉）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臨時起意（機票住宿貴、時間浪費）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時間管理技巧：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制定8天短期目標（研究/學習壓力大時）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但要注意：11月後日照短，易心態炸裂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給百川同學的特別建議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【百川人的獨特優勢】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跨領域背景 = 國際競爭力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能整合不同領域的視角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適合申請需要創新思維的計畫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【開闢外軌途徑】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1. 教育部獎學金（不限姊妹校）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2. 自己聯繫國外教授爭取邀請函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3. 大專生研究計畫可帶到國外做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4. 參加國際競賽（如太空競賽）拓展人脈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【大二/大三就要開始準備】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• 準備英文版履歷、提升GPA、考英文檢定、找指導教授討論計畫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【備註】大五/畢業生也能申請（透過學校推薦）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核心要點總結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提早規劃（12-18個月前開始）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釐清目的（玩樂 vs 進修 vs 平衡）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三大支柱（英文、GPA、動機）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善用獎學金（學海計畫、教育部獎學金）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行前準備（簽證、保險、網卡、2張信用卡）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Speak Up &amp; Work Smart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Try New Things &amp; 跳脫舒適圈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3A8A"/>
                </a:solidFill>
              </a:defRPr>
            </a:pPr>
            <a:r>
              <a:t>▸ 代表學校，為自己創造機會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Q&amp;A 常見問題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704" y="13716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Q: GPA要多少才能申請？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A: 沒有絕對標準，但越高越好。學海計畫各校標準不同。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Q: 英文要考到幾分？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A: 多數學校：托福80+ / 雅思6.0+ / 在校英文80+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Q: 沒有姊妹校可以交換嗎？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A: 可以！透過教育部獎學金，不限姊妹校。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Q: 交換要花多少錢？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A: 視國家而定。學海計畫補助5-30萬，弱勢優秀生可全額。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Q: 現在開始準備來得及嗎？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0F172A"/>
                </a:solidFill>
              </a:defRPr>
            </a:pPr>
            <a:r>
              <a:t>A: 看你想何時出發。至少需要12個月準備時間。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感謝聆聽！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祝各位交換順利，收穫滿滿！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EF4444"/>
                </a:solidFill>
              </a:defRPr>
            </a:pPr>
            <a:r>
              <a:t>The world is your classroom.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